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7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45E9C-628D-45BF-B983-8E60510F6F02}" type="datetimeFigureOut">
              <a:rPr lang="en-ID" smtClean="0"/>
              <a:t>08/03/2021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9315-9D8F-46A9-AD2F-7840E026F29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31542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45E9C-628D-45BF-B983-8E60510F6F02}" type="datetimeFigureOut">
              <a:rPr lang="en-ID" smtClean="0"/>
              <a:t>08/03/2021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763A9315-9D8F-46A9-AD2F-7840E026F29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44556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45E9C-628D-45BF-B983-8E60510F6F02}" type="datetimeFigureOut">
              <a:rPr lang="en-ID" smtClean="0"/>
              <a:t>08/03/2021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9315-9D8F-46A9-AD2F-7840E026F29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27209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45E9C-628D-45BF-B983-8E60510F6F02}" type="datetimeFigureOut">
              <a:rPr lang="en-ID" smtClean="0"/>
              <a:t>08/03/2021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9315-9D8F-46A9-AD2F-7840E026F29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43330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45E9C-628D-45BF-B983-8E60510F6F02}" type="datetimeFigureOut">
              <a:rPr lang="en-ID" smtClean="0"/>
              <a:t>08/03/2021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9315-9D8F-46A9-AD2F-7840E026F29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5087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45E9C-628D-45BF-B983-8E60510F6F02}" type="datetimeFigureOut">
              <a:rPr lang="en-ID" smtClean="0"/>
              <a:t>08/03/2021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9315-9D8F-46A9-AD2F-7840E026F29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82028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45E9C-628D-45BF-B983-8E60510F6F02}" type="datetimeFigureOut">
              <a:rPr lang="en-ID" smtClean="0"/>
              <a:t>08/03/2021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9315-9D8F-46A9-AD2F-7840E026F29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58972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45E9C-628D-45BF-B983-8E60510F6F02}" type="datetimeFigureOut">
              <a:rPr lang="en-ID" smtClean="0"/>
              <a:t>08/03/2021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9315-9D8F-46A9-AD2F-7840E026F29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51551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45E9C-628D-45BF-B983-8E60510F6F02}" type="datetimeFigureOut">
              <a:rPr lang="en-ID" smtClean="0"/>
              <a:t>08/03/2021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9315-9D8F-46A9-AD2F-7840E026F29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99291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45E9C-628D-45BF-B983-8E60510F6F02}" type="datetimeFigureOut">
              <a:rPr lang="en-ID" smtClean="0"/>
              <a:t>08/03/2021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9315-9D8F-46A9-AD2F-7840E026F29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61243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45E9C-628D-45BF-B983-8E60510F6F02}" type="datetimeFigureOut">
              <a:rPr lang="en-ID" smtClean="0"/>
              <a:t>08/03/2021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9315-9D8F-46A9-AD2F-7840E026F29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596834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45E9C-628D-45BF-B983-8E60510F6F02}" type="datetimeFigureOut">
              <a:rPr lang="en-ID" smtClean="0"/>
              <a:t>08/03/2021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9315-9D8F-46A9-AD2F-7840E026F29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16064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45E9C-628D-45BF-B983-8E60510F6F02}" type="datetimeFigureOut">
              <a:rPr lang="en-ID" smtClean="0"/>
              <a:t>08/03/2021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9315-9D8F-46A9-AD2F-7840E026F29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138676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45E9C-628D-45BF-B983-8E60510F6F02}" type="datetimeFigureOut">
              <a:rPr lang="en-ID" smtClean="0"/>
              <a:t>08/03/2021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9315-9D8F-46A9-AD2F-7840E026F29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296504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45E9C-628D-45BF-B983-8E60510F6F02}" type="datetimeFigureOut">
              <a:rPr lang="en-ID" smtClean="0"/>
              <a:t>08/03/2021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9315-9D8F-46A9-AD2F-7840E026F29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784185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45E9C-628D-45BF-B983-8E60510F6F02}" type="datetimeFigureOut">
              <a:rPr lang="en-ID" smtClean="0"/>
              <a:t>08/03/2021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9315-9D8F-46A9-AD2F-7840E026F29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63162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45E9C-628D-45BF-B983-8E60510F6F02}" type="datetimeFigureOut">
              <a:rPr lang="en-ID" smtClean="0"/>
              <a:t>08/03/2021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9315-9D8F-46A9-AD2F-7840E026F29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24354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B045E9C-628D-45BF-B983-8E60510F6F02}" type="datetimeFigureOut">
              <a:rPr lang="en-ID" smtClean="0"/>
              <a:t>08/03/2021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63A9315-9D8F-46A9-AD2F-7840E026F29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17539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  <p:sldLayoutId id="2147483918" r:id="rId11"/>
    <p:sldLayoutId id="2147483919" r:id="rId12"/>
    <p:sldLayoutId id="2147483920" r:id="rId13"/>
    <p:sldLayoutId id="2147483921" r:id="rId14"/>
    <p:sldLayoutId id="2147483922" r:id="rId15"/>
    <p:sldLayoutId id="2147483923" r:id="rId16"/>
    <p:sldLayoutId id="214748392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B02A6-7FC9-4140-8857-BF84DD32CA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0" y="1252025"/>
            <a:ext cx="7925104" cy="2822694"/>
          </a:xfrm>
        </p:spPr>
        <p:txBody>
          <a:bodyPr>
            <a:normAutofit/>
          </a:bodyPr>
          <a:lstStyle/>
          <a:p>
            <a:r>
              <a:rPr lang="en-US" sz="5200" dirty="0">
                <a:solidFill>
                  <a:schemeClr val="tx2"/>
                </a:solidFill>
              </a:rPr>
              <a:t>PREDICTION OF TERM DEPOSIT SUBSCRIPTION OF BANK CLIENTS</a:t>
            </a:r>
            <a:endParaRPr lang="en-ID" sz="5200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182BE-388B-4DF3-ADC4-FA8F8E614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5729" y="4165152"/>
            <a:ext cx="5760846" cy="115760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BRIAN RIZADHANI LATUCONSINA</a:t>
            </a:r>
          </a:p>
        </p:txBody>
      </p:sp>
    </p:spTree>
    <p:extLst>
      <p:ext uri="{BB962C8B-B14F-4D97-AF65-F5344CB8AC3E}">
        <p14:creationId xmlns:p14="http://schemas.microsoft.com/office/powerpoint/2010/main" val="174650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DCC7E-62CE-4B23-BB51-E63225084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DESCRIPTION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E24D1-D5CA-4DE0-A878-2898D781E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Consists of 17 columns and 45211 rows.</a:t>
            </a:r>
          </a:p>
          <a:p>
            <a:r>
              <a:rPr lang="en-US" dirty="0"/>
              <a:t>Each columns explain the attributes of clients from a Portuguese bank.</a:t>
            </a:r>
          </a:p>
          <a:p>
            <a:r>
              <a:rPr lang="en-US" dirty="0"/>
              <a:t>Data are collected from 2008 to 2010.</a:t>
            </a:r>
          </a:p>
          <a:p>
            <a:r>
              <a:rPr lang="en-US" dirty="0"/>
              <a:t>The target variable states whether clients will subscribe to term deposit or not.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85481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B879C-04D2-45B1-AD07-0BD8656EC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 FOR SEVERAL COLUMNS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E0CA9-BF76-492A-B21F-7DDE46D98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169042"/>
            <a:ext cx="10018713" cy="4688957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Default: Has credit in default?</a:t>
            </a:r>
          </a:p>
          <a:p>
            <a:r>
              <a:rPr lang="en-US" dirty="0"/>
              <a:t>Housing: Has housing loan?</a:t>
            </a:r>
          </a:p>
          <a:p>
            <a:r>
              <a:rPr lang="en-US" dirty="0"/>
              <a:t>Loan: Has personal loan?</a:t>
            </a:r>
          </a:p>
          <a:p>
            <a:r>
              <a:rPr lang="en-US" dirty="0"/>
              <a:t>Contact: Contact communication type.</a:t>
            </a:r>
          </a:p>
          <a:p>
            <a:r>
              <a:rPr lang="en-US" dirty="0"/>
              <a:t>Campaign: Number of contacts performed during this campaign.</a:t>
            </a:r>
          </a:p>
          <a:p>
            <a:r>
              <a:rPr lang="en-US" dirty="0"/>
              <a:t>Pdays: Number of days that passed by after the client was last contacted from a previous campaign.</a:t>
            </a:r>
          </a:p>
          <a:p>
            <a:r>
              <a:rPr lang="en-US" dirty="0"/>
              <a:t>Previous: Number of contacts performed before this campaign.</a:t>
            </a:r>
          </a:p>
          <a:p>
            <a:r>
              <a:rPr lang="en-US" dirty="0"/>
              <a:t>Poutcome: Outcome of the previous marketing campaign.</a:t>
            </a:r>
          </a:p>
          <a:p>
            <a:endParaRPr lang="en-US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13541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0DC98-5585-434F-BD64-4BFE5A967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FLOWCHART</a:t>
            </a:r>
            <a:endParaRPr lang="en-ID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D91F8C6-2291-4F63-8117-1916568D5B8D}"/>
              </a:ext>
            </a:extLst>
          </p:cNvPr>
          <p:cNvSpPr/>
          <p:nvPr/>
        </p:nvSpPr>
        <p:spPr>
          <a:xfrm>
            <a:off x="1305341" y="2849216"/>
            <a:ext cx="1683026" cy="9939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Start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X: 16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Y: 1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FCD29F-BB19-48B1-AA08-E7856D1D56F7}"/>
              </a:ext>
            </a:extLst>
          </p:cNvPr>
          <p:cNvSpPr/>
          <p:nvPr/>
        </p:nvSpPr>
        <p:spPr>
          <a:xfrm>
            <a:off x="3472123" y="2849213"/>
            <a:ext cx="1683026" cy="9939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Exploratory Data Analysis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1F0C7C-1D47-49B7-9018-629F4A4693A7}"/>
              </a:ext>
            </a:extLst>
          </p:cNvPr>
          <p:cNvSpPr/>
          <p:nvPr/>
        </p:nvSpPr>
        <p:spPr>
          <a:xfrm>
            <a:off x="5638650" y="2849213"/>
            <a:ext cx="1683026" cy="9939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Feature Engineering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AA214EB-4511-488F-9CEE-7412CCD78D9C}"/>
              </a:ext>
            </a:extLst>
          </p:cNvPr>
          <p:cNvSpPr/>
          <p:nvPr/>
        </p:nvSpPr>
        <p:spPr>
          <a:xfrm>
            <a:off x="7805177" y="2849213"/>
            <a:ext cx="1683026" cy="9939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Feature Selection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8B1B6DD-0A95-44E9-8AC2-DA6D086B70F7}"/>
              </a:ext>
            </a:extLst>
          </p:cNvPr>
          <p:cNvSpPr/>
          <p:nvPr/>
        </p:nvSpPr>
        <p:spPr>
          <a:xfrm>
            <a:off x="9971704" y="2849213"/>
            <a:ext cx="1683026" cy="9939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Training Model (Benchmark)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7223C18-580E-4DA7-BF99-DA880672FDA5}"/>
              </a:ext>
            </a:extLst>
          </p:cNvPr>
          <p:cNvSpPr/>
          <p:nvPr/>
        </p:nvSpPr>
        <p:spPr>
          <a:xfrm>
            <a:off x="1305341" y="5287617"/>
            <a:ext cx="1683026" cy="9939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Hyperparameter Tuning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987F44D-E2F2-4C8D-8147-D872143446A8}"/>
              </a:ext>
            </a:extLst>
          </p:cNvPr>
          <p:cNvSpPr/>
          <p:nvPr/>
        </p:nvSpPr>
        <p:spPr>
          <a:xfrm>
            <a:off x="3472123" y="5287617"/>
            <a:ext cx="1683026" cy="9939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Training Best Model with Best Parameter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088AA31-4C74-456E-94CA-FB61FA448B8F}"/>
              </a:ext>
            </a:extLst>
          </p:cNvPr>
          <p:cNvSpPr/>
          <p:nvPr/>
        </p:nvSpPr>
        <p:spPr>
          <a:xfrm>
            <a:off x="5635615" y="5287617"/>
            <a:ext cx="1683026" cy="9939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Threshold Selection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00BE381-5043-49E1-88F8-274A8FED6255}"/>
              </a:ext>
            </a:extLst>
          </p:cNvPr>
          <p:cNvSpPr/>
          <p:nvPr/>
        </p:nvSpPr>
        <p:spPr>
          <a:xfrm>
            <a:off x="7799107" y="5287617"/>
            <a:ext cx="1683026" cy="9939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Saving Best Model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C9A5177-EACD-4CD3-9FA9-1FE855DC43CA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2988367" y="3346170"/>
            <a:ext cx="483756" cy="3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AF90F2C-4AA3-4D1C-B48E-7901F1ED5E56}"/>
              </a:ext>
            </a:extLst>
          </p:cNvPr>
          <p:cNvCxnSpPr/>
          <p:nvPr/>
        </p:nvCxnSpPr>
        <p:spPr>
          <a:xfrm flipV="1">
            <a:off x="5154894" y="3346166"/>
            <a:ext cx="483756" cy="3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81E75F1-C65A-4AAD-B718-8D6266ABB013}"/>
              </a:ext>
            </a:extLst>
          </p:cNvPr>
          <p:cNvCxnSpPr/>
          <p:nvPr/>
        </p:nvCxnSpPr>
        <p:spPr>
          <a:xfrm flipV="1">
            <a:off x="7315351" y="3346163"/>
            <a:ext cx="483756" cy="3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F545073-CE3B-4577-A23F-70E5A26E40DA}"/>
              </a:ext>
            </a:extLst>
          </p:cNvPr>
          <p:cNvCxnSpPr/>
          <p:nvPr/>
        </p:nvCxnSpPr>
        <p:spPr>
          <a:xfrm flipV="1">
            <a:off x="9494273" y="3346163"/>
            <a:ext cx="483756" cy="3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F1C8A05-5C97-4512-96FB-94EFF4F08B10}"/>
              </a:ext>
            </a:extLst>
          </p:cNvPr>
          <p:cNvCxnSpPr/>
          <p:nvPr/>
        </p:nvCxnSpPr>
        <p:spPr>
          <a:xfrm flipV="1">
            <a:off x="2988367" y="5784573"/>
            <a:ext cx="483756" cy="3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F9D9C37-898D-4463-AD8A-413352E89731}"/>
              </a:ext>
            </a:extLst>
          </p:cNvPr>
          <p:cNvCxnSpPr/>
          <p:nvPr/>
        </p:nvCxnSpPr>
        <p:spPr>
          <a:xfrm flipV="1">
            <a:off x="5154894" y="5784573"/>
            <a:ext cx="483756" cy="3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18472DF-EFD5-4698-A1AF-666BE3F1A841}"/>
              </a:ext>
            </a:extLst>
          </p:cNvPr>
          <p:cNvCxnSpPr/>
          <p:nvPr/>
        </p:nvCxnSpPr>
        <p:spPr>
          <a:xfrm flipV="1">
            <a:off x="7315351" y="5784573"/>
            <a:ext cx="483756" cy="3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C3B39211-E780-4E8E-BFDF-563FF8C28FC5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rot="5400000">
            <a:off x="5757791" y="232190"/>
            <a:ext cx="1444491" cy="8666363"/>
          </a:xfrm>
          <a:prstGeom prst="bentConnector3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41B6CD1-303C-4728-AAE3-C8D78360F904}"/>
              </a:ext>
            </a:extLst>
          </p:cNvPr>
          <p:cNvSpPr/>
          <p:nvPr/>
        </p:nvSpPr>
        <p:spPr>
          <a:xfrm>
            <a:off x="9968543" y="5287617"/>
            <a:ext cx="1683026" cy="9939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Deployment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3AC6E8F-934B-496D-AB38-2F784A7855A1}"/>
              </a:ext>
            </a:extLst>
          </p:cNvPr>
          <p:cNvCxnSpPr/>
          <p:nvPr/>
        </p:nvCxnSpPr>
        <p:spPr>
          <a:xfrm flipV="1">
            <a:off x="9494273" y="5784568"/>
            <a:ext cx="483756" cy="3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5719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B78DE-B26C-4C60-90ED-A23EB1CB5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28BAD-01CB-47AC-90A3-77E393C9E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new column named ‘Fulldate’.</a:t>
            </a:r>
          </a:p>
          <a:p>
            <a:r>
              <a:rPr lang="en-US" dirty="0"/>
              <a:t>Data visualization.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88865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8F175-A04B-4E0C-8D31-AFE8069F4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SEVERAL VISUALIZATIONS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7E1AE-376D-4EC6-9A08-09600FFCF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Target variable</a:t>
            </a:r>
          </a:p>
          <a:p>
            <a:r>
              <a:rPr lang="en-US" dirty="0"/>
              <a:t>Age</a:t>
            </a:r>
          </a:p>
          <a:p>
            <a:endParaRPr lang="en-US" dirty="0"/>
          </a:p>
          <a:p>
            <a:endParaRPr lang="en-US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049078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1432</TotalTime>
  <Words>185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Corbel</vt:lpstr>
      <vt:lpstr>Parallax</vt:lpstr>
      <vt:lpstr>PREDICTION OF TERM DEPOSIT SUBSCRIPTION OF BANK CLIENTS</vt:lpstr>
      <vt:lpstr>DATA DESCRIPTION</vt:lpstr>
      <vt:lpstr>EXPLANATION FOR SEVERAL COLUMNS</vt:lpstr>
      <vt:lpstr>PROJECT FLOWCHART</vt:lpstr>
      <vt:lpstr>EXPLORATORY DATA ANALYSIS</vt:lpstr>
      <vt:lpstr>SEVERAL VISUALIZATIONS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PREDICTION OF TERM DEPOSIT SUBSCRIPTION OF BANK CLIENTS</dc:title>
  <dc:creator>Brian Latuconsina</dc:creator>
  <cp:lastModifiedBy>Brian Latuconsina</cp:lastModifiedBy>
  <cp:revision>18</cp:revision>
  <dcterms:created xsi:type="dcterms:W3CDTF">2021-02-25T15:36:32Z</dcterms:created>
  <dcterms:modified xsi:type="dcterms:W3CDTF">2021-03-08T07:52:29Z</dcterms:modified>
</cp:coreProperties>
</file>